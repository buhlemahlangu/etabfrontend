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03120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E-tab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Next-Generation Learning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63EB"/>
                </a:solidFill>
              </a:defRPr>
            </a:pPr>
            <a:r>
              <a:t>Empowering Education Through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E-tab?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475569"/>
                </a:solidFill>
              </a:defRPr>
            </a:pPr>
            <a:r>
              <a:t>E-tab is a comprehensive Learning Management System (LMS) designed for modern educational institutions. It connects learners, teachers, and administrators in a unified digital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Multi-School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Manage multiple schools from a single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480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46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Separate dashboards for Learners, Teachers, and Admins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303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Mobile-First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669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Responsive interface that works on any device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12648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126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AI-Powered Tutoring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Built-in AI tutor to assist student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React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React Router v6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Vite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Styling &amp;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Tailwind CSS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Custom CSS Animations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Lucide Icons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56032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State &amp;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React Context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Socket.IO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Axios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60320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60320" cy="7315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Development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Vite Dev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74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PostCSS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Autoprefixer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📚 Learning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Upload and manage documents, videos, and resources with Cloudinary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📝 Quiz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Create timed quizzes with multiple question types, auto-grading, and anti-cheat measures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✅ Assignments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Distribute, collect, and grade assignments with deadline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Progress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Visual analytics and FET phase history for comprehensive student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🔔 Real-time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Instant alerts via Socket.IO for announcements, deadlines, and messages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💬 Subject 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Direct communication between learners and teachers within subject contexts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0624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43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🤖 AI Tutor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Built-in AI assistant to guide students without giving direct answers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486400"/>
            <a:ext cx="5486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623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🌙 Dark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989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Full dark theme support for comfortable nighttime studying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Roles &amp;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66160" cy="4572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56616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👨‍🎓 Learners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Access learning materials &amp;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Take quizzes and submit assignments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Track progress and view grades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AI Tutor for personalized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Subject-specific messaging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566160" cy="4572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56616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👨‍🏫 Teachers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Create and manage quizzes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Upload learning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Grade assignments &amp; submissions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Post announcements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577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Track student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828800"/>
            <a:ext cx="3566160" cy="4572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356616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👨‍💼 Administrators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017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School &amp; user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Approve teacher registrations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297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Subject and grade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Global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577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Support ticket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645920"/>
            <a:ext cx="30175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React Frontend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t>(Vite + Tailwind)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017520"/>
            <a:ext cx="301752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REST API (Axios)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023360"/>
            <a:ext cx="301752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Node.js Backend</a:t>
            </a:r>
          </a:p>
          <a:p>
            <a:pPr algn="ctr">
              <a:defRPr sz="1100">
                <a:solidFill>
                  <a:srgbClr val="BBF7D0"/>
                </a:solidFill>
              </a:defRPr>
            </a:pPr>
            <a:r>
              <a:t>(Express + Socket.IO)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394960"/>
            <a:ext cx="301752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PostgreSQL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27432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Cloudinary</a:t>
            </a:r>
          </a:p>
          <a:p>
            <a:pPr algn="ctr">
              <a:defRPr sz="1000">
                <a:solidFill>
                  <a:srgbClr val="BFDBFE"/>
                </a:solidFill>
              </a:defRPr>
            </a:pPr>
            <a:r>
              <a:t>(File Storage)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Technical Features: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JWT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Real-time 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Responsive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Dark Mode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File Upload/Download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Role-Based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API Interceptors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Error Boundaries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Deployment &amp;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011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Containerized deployment with multi-stage builds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00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Production web server with optimized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0292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Railway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3891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Backend hosting with automatic deployments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50292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Netlify/Vercel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5778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Frontend hosting with CDN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✓ Production-ready with environment-based configuration | ✓ Health checks enabled | ✓ Automated CI/CD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517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$350B+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Global EdTech Market by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6517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Annual Growth Rate (CAGR)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6517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1.6B+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Students Worldwide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6517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Schools Seeking Digital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Target Markets: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🏫 Primary &amp; Secondary Schools - Complete school management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🎓 Private Tutoring Centers - Scalable multi-location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🏢 Corporate Training - Employee onboarding &amp; skill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🌍 Online Education Platforms - White-label LMS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Choose E-tab?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⚡ Fast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Vite-powered build system for lightning-fast load times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20040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201168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7432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🔒 Secure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JWT authentication with role-based access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320040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59" y="20116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27432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📱 Mobile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Responsive design works on all devices and screen sizes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20040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🤖 AI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Built-in AI tutor enhances learning without replacing teachers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840480"/>
            <a:ext cx="320040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7680" y="4023360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754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Cost Effective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Open-source technology stack reduces licensing costs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840480"/>
            <a:ext cx="320040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0959" y="402336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59" y="4754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🔧 Easy to Maintain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Modern React architecture with clear component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651760" cy="3200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65176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Core LMS features, quizzes, assignments, AI tutor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29000" y="3657600"/>
            <a:ext cx="36576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651760" cy="3200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6517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 Q2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Mobile app (React Native), video conferencing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63640" y="3657600"/>
            <a:ext cx="36576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651760" cy="3200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651760" cy="7315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📅 Q3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Advanced analytics, parent portal, payment integration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98280" y="3657600"/>
            <a:ext cx="36576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286000"/>
            <a:ext cx="2651760" cy="3200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286000"/>
            <a:ext cx="265176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🔮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VR/AR learning modules, blockchain certificates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Education?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Join schools worldwide using E-tab to deliver better learning experiences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114800"/>
            <a:ext cx="4846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Get Started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www.etab-lms.com | demo@etab-lms.com | +1 (555) 123-4567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